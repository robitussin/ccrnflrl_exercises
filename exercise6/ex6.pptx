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907EC-70CE-0AB8-4B02-96534A76D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057F0-4CB1-54CB-9DAD-814EFFF91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4C739-ABE0-EF69-577F-6F5D7EF2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F7042-07C9-80E7-128F-E062C0725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59D16-5428-2BE8-61E2-CB16115F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2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C2AE5-F790-F466-A481-FD2F4E5F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CA7C9-8432-149A-566F-414E1FDE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20821-3AC4-9F53-8A15-F64F59076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8C653-83D5-F84A-225E-217747136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4023A-4012-74C1-30F8-AF81C8F7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9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86B6-4A25-F052-E71E-D0AAF5F9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1759C-4E8E-B9D8-147A-27C9D2261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2E0D2-675B-861A-E907-445936F5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24A6D-3F85-9AD1-A498-7F872372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54287-FBC7-D104-2FD0-5B88FE98F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6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4A5F2-3A5B-B109-60CC-CD1AD537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599B-4463-E55D-DEDD-124AD18CB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236E3-7B64-F513-381C-088987492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2EF1D-14DA-5D90-047E-DD10B4EE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AC5F2-BE2A-EB62-AA2A-46F88A28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43CBD-E3BB-3C41-AF11-3B6F2169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1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1EC2-EF79-E45D-CDA6-C3055CDF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13CE-B3E3-5F26-2CC4-501501B17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8F69B-961A-A68A-78C7-9009A2031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73C463-7D9C-0DA7-4B4C-C9FEE38C5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BA890-4E0E-2ABE-80E3-83B00C089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E9C745-5468-81E3-F295-CF8EEA15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91DA09-34AF-0CB6-73C2-B9F21B60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44184-6307-0832-1CEE-511805CF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7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119E-9721-E40B-76F7-D40137A86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5DB18-DBAC-64CF-5CD6-71C14F8C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FA516-6987-67B6-B922-97ABDEEE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22DD0-F19A-CABB-FB14-62A4930E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2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F651F-266B-2D02-60AE-F2EA4B52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4436D-B996-A5C0-D2FA-C84BDDD4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14371-6A13-5288-D4DC-5BC35D3B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8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2495-6778-0792-91A2-8B436CF81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B7FFA-9DB3-2027-D3A4-017AB7B7A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8EE1-BDD7-48D0-3B8E-DC6986C8C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4C706-A4E2-14C6-4E20-C05150BF2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2C6C4-11FE-D390-B656-F4064D18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4A034-FE3C-3CA6-9BBD-89A1A799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04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053C-3357-E4C4-3721-4A06CE25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E9FEFB-B471-0554-52D0-0E9FCA7AC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7D62A-1FA5-1BE6-D57F-2AAE9F9BF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2FEBB-62F4-2B9D-09EB-20A210D6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627DE-5417-DA10-3352-43F9008D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C8416-ECA8-1AD4-2375-92D0B63E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5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3F97-98FB-767F-A68E-44359156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04467-8717-DDF7-D292-CB7FC7E87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064B9-4668-4FD8-1B73-5F34AD65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5D59C-B31E-5826-4B67-35E66E35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890E3-22D1-C378-1981-7715A1B09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98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F467D-94E6-4BC6-13CB-E019F04BA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543D7-0525-1F89-EA0F-B37C45ACF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A4255-6D07-CB68-7FAC-6A26B98B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5923A-E6EF-AE34-824A-0D7190096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FAB97-FFD6-DFB1-3783-F9C6ACFE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04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F254D8-EC08-43C7-FEDF-508CD06F9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90E2B-567F-E0EF-4CCF-7EEC32CDF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F92CF-84FA-AE94-EAB7-464A208D9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5B937-3887-3347-B5AC-F389446DF90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29D5A-D032-05CF-2C58-E3D33AD81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C3D19-C8EF-6D08-50E1-391EA8138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51E79-8A58-E041-9986-95A854DCC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7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5CBD08-78BE-B38C-AC42-19ED40FD6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884033"/>
              </p:ext>
            </p:extLst>
          </p:nvPr>
        </p:nvGraphicFramePr>
        <p:xfrm>
          <a:off x="1596000" y="729000"/>
          <a:ext cx="9000000" cy="5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1947934994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144202106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3181226339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570191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030663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196582"/>
                  </a:ext>
                </a:extLst>
              </a:tr>
            </a:tbl>
          </a:graphicData>
        </a:graphic>
      </p:graphicFrame>
      <p:pic>
        <p:nvPicPr>
          <p:cNvPr id="6" name="Picture 5" descr="A yellow cheese with holes&#10;&#10;AI-generated content may be incorrect.">
            <a:extLst>
              <a:ext uri="{FF2B5EF4-FFF2-40B4-BE49-F238E27FC236}">
                <a16:creationId xmlns:a16="http://schemas.microsoft.com/office/drawing/2014/main" id="{C4AF1574-7486-044C-3693-7AB280C4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7212" y="4531866"/>
            <a:ext cx="1216000" cy="720000"/>
          </a:xfrm>
          <a:prstGeom prst="rect">
            <a:avLst/>
          </a:prstGeom>
        </p:spPr>
      </p:pic>
      <p:pic>
        <p:nvPicPr>
          <p:cNvPr id="8" name="Picture 7" descr="A cartoon of a bottle with a skull and crossbones&#10;&#10;AI-generated content may be incorrect.">
            <a:extLst>
              <a:ext uri="{FF2B5EF4-FFF2-40B4-BE49-F238E27FC236}">
                <a16:creationId xmlns:a16="http://schemas.microsoft.com/office/drawing/2014/main" id="{8AD27100-08A9-EEC6-1E1B-B6AFC6428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71" y="4466229"/>
            <a:ext cx="822857" cy="1440000"/>
          </a:xfrm>
          <a:prstGeom prst="rect">
            <a:avLst/>
          </a:prstGeom>
        </p:spPr>
      </p:pic>
      <p:pic>
        <p:nvPicPr>
          <p:cNvPr id="10" name="Picture 9" descr="A cartoon mouse with big ears&#10;&#10;AI-generated content may be incorrect.">
            <a:extLst>
              <a:ext uri="{FF2B5EF4-FFF2-40B4-BE49-F238E27FC236}">
                <a16:creationId xmlns:a16="http://schemas.microsoft.com/office/drawing/2014/main" id="{174F847F-46AA-DC94-64F8-7443DA6FEF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22" t="16139" r="19615" b="16128"/>
          <a:stretch/>
        </p:blipFill>
        <p:spPr>
          <a:xfrm>
            <a:off x="2564524" y="1040523"/>
            <a:ext cx="1135117" cy="1219201"/>
          </a:xfrm>
          <a:prstGeom prst="rect">
            <a:avLst/>
          </a:prstGeom>
        </p:spPr>
      </p:pic>
      <p:pic>
        <p:nvPicPr>
          <p:cNvPr id="11" name="Picture 10" descr="A yellow cheese with holes&#10;&#10;AI-generated content may be incorrect.">
            <a:extLst>
              <a:ext uri="{FF2B5EF4-FFF2-40B4-BE49-F238E27FC236}">
                <a16:creationId xmlns:a16="http://schemas.microsoft.com/office/drawing/2014/main" id="{FBBEFB88-86A6-C764-F2B2-61F52EFE6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998" y="4466229"/>
            <a:ext cx="1216000" cy="720000"/>
          </a:xfrm>
          <a:prstGeom prst="rect">
            <a:avLst/>
          </a:prstGeom>
        </p:spPr>
      </p:pic>
      <p:pic>
        <p:nvPicPr>
          <p:cNvPr id="12" name="Picture 11" descr="A yellow cheese with holes&#10;&#10;AI-generated content may be incorrect.">
            <a:extLst>
              <a:ext uri="{FF2B5EF4-FFF2-40B4-BE49-F238E27FC236}">
                <a16:creationId xmlns:a16="http://schemas.microsoft.com/office/drawing/2014/main" id="{DA232303-EA36-C198-0974-AA4C19CB1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998" y="5219741"/>
            <a:ext cx="1216000" cy="720000"/>
          </a:xfrm>
          <a:prstGeom prst="rect">
            <a:avLst/>
          </a:prstGeom>
        </p:spPr>
      </p:pic>
      <p:pic>
        <p:nvPicPr>
          <p:cNvPr id="13" name="Picture 12" descr="A yellow cheese with holes&#10;&#10;AI-generated content may be incorrect.">
            <a:extLst>
              <a:ext uri="{FF2B5EF4-FFF2-40B4-BE49-F238E27FC236}">
                <a16:creationId xmlns:a16="http://schemas.microsoft.com/office/drawing/2014/main" id="{CDEEBE9D-EF68-C907-5B6D-9B6EBB77A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998" y="1311771"/>
            <a:ext cx="1216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59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703BA-6FEB-5196-3B05-44EBDBA5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09E314-C567-BD61-A8C5-04F13AA1D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71545"/>
              </p:ext>
            </p:extLst>
          </p:nvPr>
        </p:nvGraphicFramePr>
        <p:xfrm>
          <a:off x="1596000" y="729000"/>
          <a:ext cx="9000000" cy="5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1947934994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144202106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3181226339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570191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030663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196582"/>
                  </a:ext>
                </a:extLst>
              </a:tr>
            </a:tbl>
          </a:graphicData>
        </a:graphic>
      </p:graphicFrame>
      <p:pic>
        <p:nvPicPr>
          <p:cNvPr id="6" name="Picture 5" descr="A yellow cheese with holes&#10;&#10;AI-generated content may be incorrect.">
            <a:extLst>
              <a:ext uri="{FF2B5EF4-FFF2-40B4-BE49-F238E27FC236}">
                <a16:creationId xmlns:a16="http://schemas.microsoft.com/office/drawing/2014/main" id="{00105AB7-EC08-8159-A649-C83197738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7212" y="4531866"/>
            <a:ext cx="1216000" cy="720000"/>
          </a:xfrm>
          <a:prstGeom prst="rect">
            <a:avLst/>
          </a:prstGeom>
        </p:spPr>
      </p:pic>
      <p:pic>
        <p:nvPicPr>
          <p:cNvPr id="8" name="Picture 7" descr="A cartoon of a bottle with a skull and crossbones&#10;&#10;AI-generated content may be incorrect.">
            <a:extLst>
              <a:ext uri="{FF2B5EF4-FFF2-40B4-BE49-F238E27FC236}">
                <a16:creationId xmlns:a16="http://schemas.microsoft.com/office/drawing/2014/main" id="{35B0F0CE-38F8-B060-C808-50D1F3C12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71" y="4466229"/>
            <a:ext cx="822857" cy="1440000"/>
          </a:xfrm>
          <a:prstGeom prst="rect">
            <a:avLst/>
          </a:prstGeom>
        </p:spPr>
      </p:pic>
      <p:pic>
        <p:nvPicPr>
          <p:cNvPr id="10" name="Picture 9" descr="A cartoon mouse with big ears&#10;&#10;AI-generated content may be incorrect.">
            <a:extLst>
              <a:ext uri="{FF2B5EF4-FFF2-40B4-BE49-F238E27FC236}">
                <a16:creationId xmlns:a16="http://schemas.microsoft.com/office/drawing/2014/main" id="{06D715A5-6EC3-653F-79D3-B60063EB14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22" t="16139" r="19615" b="16128"/>
          <a:stretch/>
        </p:blipFill>
        <p:spPr>
          <a:xfrm>
            <a:off x="2564524" y="1040523"/>
            <a:ext cx="1135117" cy="1219201"/>
          </a:xfrm>
          <a:prstGeom prst="rect">
            <a:avLst/>
          </a:prstGeom>
        </p:spPr>
      </p:pic>
      <p:pic>
        <p:nvPicPr>
          <p:cNvPr id="11" name="Picture 10" descr="A yellow cheese with holes&#10;&#10;AI-generated content may be incorrect.">
            <a:extLst>
              <a:ext uri="{FF2B5EF4-FFF2-40B4-BE49-F238E27FC236}">
                <a16:creationId xmlns:a16="http://schemas.microsoft.com/office/drawing/2014/main" id="{A8EB759D-2EC9-1F1E-BBF4-38ACE8E05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998" y="4466229"/>
            <a:ext cx="1216000" cy="720000"/>
          </a:xfrm>
          <a:prstGeom prst="rect">
            <a:avLst/>
          </a:prstGeom>
        </p:spPr>
      </p:pic>
      <p:pic>
        <p:nvPicPr>
          <p:cNvPr id="12" name="Picture 11" descr="A yellow cheese with holes&#10;&#10;AI-generated content may be incorrect.">
            <a:extLst>
              <a:ext uri="{FF2B5EF4-FFF2-40B4-BE49-F238E27FC236}">
                <a16:creationId xmlns:a16="http://schemas.microsoft.com/office/drawing/2014/main" id="{32336AD3-5AE1-5F73-0F1B-E740E69E9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998" y="5219741"/>
            <a:ext cx="1216000" cy="720000"/>
          </a:xfrm>
          <a:prstGeom prst="rect">
            <a:avLst/>
          </a:prstGeom>
        </p:spPr>
      </p:pic>
      <p:pic>
        <p:nvPicPr>
          <p:cNvPr id="13" name="Picture 12" descr="A yellow cheese with holes&#10;&#10;AI-generated content may be incorrect.">
            <a:extLst>
              <a:ext uri="{FF2B5EF4-FFF2-40B4-BE49-F238E27FC236}">
                <a16:creationId xmlns:a16="http://schemas.microsoft.com/office/drawing/2014/main" id="{7DD252AE-BBF0-9A95-B5A6-F8395C156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998" y="1311771"/>
            <a:ext cx="1216000" cy="720000"/>
          </a:xfrm>
          <a:prstGeom prst="rect">
            <a:avLst/>
          </a:prstGeom>
        </p:spPr>
      </p:pic>
      <p:sp>
        <p:nvSpPr>
          <p:cNvPr id="3" name="Arrow: Right 3">
            <a:extLst>
              <a:ext uri="{FF2B5EF4-FFF2-40B4-BE49-F238E27FC236}">
                <a16:creationId xmlns:a16="http://schemas.microsoft.com/office/drawing/2014/main" id="{F431E986-A5E0-C062-99B0-8971E2456FE9}"/>
              </a:ext>
            </a:extLst>
          </p:cNvPr>
          <p:cNvSpPr/>
          <p:nvPr/>
        </p:nvSpPr>
        <p:spPr>
          <a:xfrm>
            <a:off x="2721233" y="3186684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Arrow: Right 3">
            <a:extLst>
              <a:ext uri="{FF2B5EF4-FFF2-40B4-BE49-F238E27FC236}">
                <a16:creationId xmlns:a16="http://schemas.microsoft.com/office/drawing/2014/main" id="{5CBA9A85-900D-C3DD-4669-2CAE111F65FD}"/>
              </a:ext>
            </a:extLst>
          </p:cNvPr>
          <p:cNvSpPr/>
          <p:nvPr/>
        </p:nvSpPr>
        <p:spPr>
          <a:xfrm>
            <a:off x="5680208" y="3186684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Arrow: Right 3">
            <a:extLst>
              <a:ext uri="{FF2B5EF4-FFF2-40B4-BE49-F238E27FC236}">
                <a16:creationId xmlns:a16="http://schemas.microsoft.com/office/drawing/2014/main" id="{E30E86C5-08BC-11A3-A0E0-B143DEBEEED5}"/>
              </a:ext>
            </a:extLst>
          </p:cNvPr>
          <p:cNvSpPr/>
          <p:nvPr/>
        </p:nvSpPr>
        <p:spPr>
          <a:xfrm rot="5400000" flipV="1">
            <a:off x="8639183" y="3189890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Arrow: Right 3">
            <a:extLst>
              <a:ext uri="{FF2B5EF4-FFF2-40B4-BE49-F238E27FC236}">
                <a16:creationId xmlns:a16="http://schemas.microsoft.com/office/drawing/2014/main" id="{6929AE29-188B-4765-C14F-F6677387B413}"/>
              </a:ext>
            </a:extLst>
          </p:cNvPr>
          <p:cNvSpPr/>
          <p:nvPr/>
        </p:nvSpPr>
        <p:spPr>
          <a:xfrm rot="5400000" flipV="1">
            <a:off x="2543393" y="1429455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0715FB-E31C-66D1-DE86-E99EFE47FE96}"/>
              </a:ext>
            </a:extLst>
          </p:cNvPr>
          <p:cNvSpPr txBox="1"/>
          <p:nvPr/>
        </p:nvSpPr>
        <p:spPr>
          <a:xfrm>
            <a:off x="5496315" y="24638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Episode 1</a:t>
            </a:r>
          </a:p>
        </p:txBody>
      </p:sp>
    </p:spTree>
    <p:extLst>
      <p:ext uri="{BB962C8B-B14F-4D97-AF65-F5344CB8AC3E}">
        <p14:creationId xmlns:p14="http://schemas.microsoft.com/office/powerpoint/2010/main" val="178546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E0B7B-AC94-2DB9-1113-5A496CD3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9623BE-5E8C-8032-7F2D-714497969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131584"/>
              </p:ext>
            </p:extLst>
          </p:nvPr>
        </p:nvGraphicFramePr>
        <p:xfrm>
          <a:off x="1596000" y="729000"/>
          <a:ext cx="9000000" cy="5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1947934994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144202106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3181226339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570191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030663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196582"/>
                  </a:ext>
                </a:extLst>
              </a:tr>
            </a:tbl>
          </a:graphicData>
        </a:graphic>
      </p:graphicFrame>
      <p:pic>
        <p:nvPicPr>
          <p:cNvPr id="6" name="Picture 5" descr="A yellow cheese with holes&#10;&#10;AI-generated content may be incorrect.">
            <a:extLst>
              <a:ext uri="{FF2B5EF4-FFF2-40B4-BE49-F238E27FC236}">
                <a16:creationId xmlns:a16="http://schemas.microsoft.com/office/drawing/2014/main" id="{EE7F1D93-2956-C64B-09AE-965FFDA22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7212" y="4531866"/>
            <a:ext cx="1216000" cy="720000"/>
          </a:xfrm>
          <a:prstGeom prst="rect">
            <a:avLst/>
          </a:prstGeom>
        </p:spPr>
      </p:pic>
      <p:pic>
        <p:nvPicPr>
          <p:cNvPr id="8" name="Picture 7" descr="A cartoon of a bottle with a skull and crossbones&#10;&#10;AI-generated content may be incorrect.">
            <a:extLst>
              <a:ext uri="{FF2B5EF4-FFF2-40B4-BE49-F238E27FC236}">
                <a16:creationId xmlns:a16="http://schemas.microsoft.com/office/drawing/2014/main" id="{403D9C2D-1996-635D-0A27-AACF11B6E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71" y="4466229"/>
            <a:ext cx="822857" cy="1440000"/>
          </a:xfrm>
          <a:prstGeom prst="rect">
            <a:avLst/>
          </a:prstGeom>
        </p:spPr>
      </p:pic>
      <p:pic>
        <p:nvPicPr>
          <p:cNvPr id="10" name="Picture 9" descr="A cartoon mouse with big ears&#10;&#10;AI-generated content may be incorrect.">
            <a:extLst>
              <a:ext uri="{FF2B5EF4-FFF2-40B4-BE49-F238E27FC236}">
                <a16:creationId xmlns:a16="http://schemas.microsoft.com/office/drawing/2014/main" id="{B2A51A08-4F9A-A5DA-17D5-9A9107F2FA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22" t="16139" r="19615" b="16128"/>
          <a:stretch/>
        </p:blipFill>
        <p:spPr>
          <a:xfrm>
            <a:off x="2564524" y="1040523"/>
            <a:ext cx="1135117" cy="1219201"/>
          </a:xfrm>
          <a:prstGeom prst="rect">
            <a:avLst/>
          </a:prstGeom>
        </p:spPr>
      </p:pic>
      <p:pic>
        <p:nvPicPr>
          <p:cNvPr id="11" name="Picture 10" descr="A yellow cheese with holes&#10;&#10;AI-generated content may be incorrect.">
            <a:extLst>
              <a:ext uri="{FF2B5EF4-FFF2-40B4-BE49-F238E27FC236}">
                <a16:creationId xmlns:a16="http://schemas.microsoft.com/office/drawing/2014/main" id="{520435F4-22DD-AE00-81DB-09EF83C2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998" y="4466229"/>
            <a:ext cx="1216000" cy="720000"/>
          </a:xfrm>
          <a:prstGeom prst="rect">
            <a:avLst/>
          </a:prstGeom>
        </p:spPr>
      </p:pic>
      <p:pic>
        <p:nvPicPr>
          <p:cNvPr id="12" name="Picture 11" descr="A yellow cheese with holes&#10;&#10;AI-generated content may be incorrect.">
            <a:extLst>
              <a:ext uri="{FF2B5EF4-FFF2-40B4-BE49-F238E27FC236}">
                <a16:creationId xmlns:a16="http://schemas.microsoft.com/office/drawing/2014/main" id="{55B6C04A-4A16-2C81-D1EF-591AAE6F6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998" y="5219741"/>
            <a:ext cx="1216000" cy="720000"/>
          </a:xfrm>
          <a:prstGeom prst="rect">
            <a:avLst/>
          </a:prstGeom>
        </p:spPr>
      </p:pic>
      <p:pic>
        <p:nvPicPr>
          <p:cNvPr id="13" name="Picture 12" descr="A yellow cheese with holes&#10;&#10;AI-generated content may be incorrect.">
            <a:extLst>
              <a:ext uri="{FF2B5EF4-FFF2-40B4-BE49-F238E27FC236}">
                <a16:creationId xmlns:a16="http://schemas.microsoft.com/office/drawing/2014/main" id="{FD9E14C3-EB47-B078-6EF9-01DC623FC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998" y="1311771"/>
            <a:ext cx="1216000" cy="720000"/>
          </a:xfrm>
          <a:prstGeom prst="rect">
            <a:avLst/>
          </a:prstGeom>
        </p:spPr>
      </p:pic>
      <p:sp>
        <p:nvSpPr>
          <p:cNvPr id="3" name="Arrow: Right 3">
            <a:extLst>
              <a:ext uri="{FF2B5EF4-FFF2-40B4-BE49-F238E27FC236}">
                <a16:creationId xmlns:a16="http://schemas.microsoft.com/office/drawing/2014/main" id="{AAB43275-6303-7194-5C97-1A0213CE6CAD}"/>
              </a:ext>
            </a:extLst>
          </p:cNvPr>
          <p:cNvSpPr/>
          <p:nvPr/>
        </p:nvSpPr>
        <p:spPr>
          <a:xfrm>
            <a:off x="2647821" y="1324909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Arrow: Right 3">
            <a:extLst>
              <a:ext uri="{FF2B5EF4-FFF2-40B4-BE49-F238E27FC236}">
                <a16:creationId xmlns:a16="http://schemas.microsoft.com/office/drawing/2014/main" id="{22BEFE58-2271-BC2B-ECCB-9688558FD377}"/>
              </a:ext>
            </a:extLst>
          </p:cNvPr>
          <p:cNvSpPr/>
          <p:nvPr/>
        </p:nvSpPr>
        <p:spPr>
          <a:xfrm>
            <a:off x="5606796" y="1324909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Arrow: Right 3">
            <a:extLst>
              <a:ext uri="{FF2B5EF4-FFF2-40B4-BE49-F238E27FC236}">
                <a16:creationId xmlns:a16="http://schemas.microsoft.com/office/drawing/2014/main" id="{AD2D7331-4CD1-2240-BE88-D16DEFD2C1BE}"/>
              </a:ext>
            </a:extLst>
          </p:cNvPr>
          <p:cNvSpPr/>
          <p:nvPr/>
        </p:nvSpPr>
        <p:spPr>
          <a:xfrm rot="5400000" flipV="1">
            <a:off x="8639183" y="3189890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Arrow: Right 3">
            <a:extLst>
              <a:ext uri="{FF2B5EF4-FFF2-40B4-BE49-F238E27FC236}">
                <a16:creationId xmlns:a16="http://schemas.microsoft.com/office/drawing/2014/main" id="{B1536E1F-98D7-717B-1330-A2150BBCC5B6}"/>
              </a:ext>
            </a:extLst>
          </p:cNvPr>
          <p:cNvSpPr/>
          <p:nvPr/>
        </p:nvSpPr>
        <p:spPr>
          <a:xfrm rot="5400000" flipV="1">
            <a:off x="8639183" y="1409709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8D9ECA-20BE-8510-2D67-18BA302B89D1}"/>
              </a:ext>
            </a:extLst>
          </p:cNvPr>
          <p:cNvSpPr txBox="1"/>
          <p:nvPr/>
        </p:nvSpPr>
        <p:spPr>
          <a:xfrm>
            <a:off x="5496315" y="24638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Episode 2</a:t>
            </a:r>
          </a:p>
        </p:txBody>
      </p:sp>
    </p:spTree>
    <p:extLst>
      <p:ext uri="{BB962C8B-B14F-4D97-AF65-F5344CB8AC3E}">
        <p14:creationId xmlns:p14="http://schemas.microsoft.com/office/powerpoint/2010/main" val="13212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Elizer Jr. D. Ponio</dc:creator>
  <cp:lastModifiedBy>Elizer Jr. D. Ponio</cp:lastModifiedBy>
  <cp:revision>2</cp:revision>
  <dcterms:created xsi:type="dcterms:W3CDTF">2025-09-24T09:17:53Z</dcterms:created>
  <dcterms:modified xsi:type="dcterms:W3CDTF">2025-09-24T09:39:45Z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2025-09-24T09:26:21Z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05916904-2523-4ac4-83ed-3df306ffa1ec</vt:lpwstr>
  </property>
  <property fmtid="{D5CDD505-2E9C-101B-9397-08002B2CF9AE}" pid="8" name="MSIP_Label_8a813f4b-519a-4481-a498-85770f517757_ContentBits">
    <vt:lpwstr>0</vt:lpwstr>
  </property>
  <property fmtid="{D5CDD505-2E9C-101B-9397-08002B2CF9AE}" pid="9" name="MSIP_Label_8a813f4b-519a-4481-a498-85770f517757_Tag">
    <vt:lpwstr>50, 3, 0, 1</vt:lpwstr>
  </property>
</Properties>
</file>